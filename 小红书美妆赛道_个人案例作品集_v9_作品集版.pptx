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个人案例作品集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达人策略 · 内容规划 · 投放SOP · 效果归因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个人案例作品集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9年互联网广告与媒介投放实战经验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Personal 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美妆类目用户在小红书的内容消费与决策路径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数据来源：小红书行业公开报告及第三方研究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92608" cy="29260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704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大曝光 · 品牌声量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92608" cy="29260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396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8658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3969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深度种草 · 信任转化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92608" cy="29260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5584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海量铺量 · SEO占位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097280"/>
            <a:ext cx="2560320" cy="47548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118872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4173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我的方法论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冷启动阶段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6248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204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稳定运营阶段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2160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721608"/>
            <a:ext cx="6248095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114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快速增长阶段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15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6248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502920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2064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实战经验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BBBBCC"/>
                </a:solidFill>
              </a:defRPr>
            </a:pPr>
            <a:r>
              <a:t>冷启动阶段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稳定运营阶段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快速增长阶段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120640"/>
            <a:ext cx="256032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12064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193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532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32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521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6172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172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97280"/>
            <a:ext cx="45720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606040"/>
            <a:ext cx="457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97280"/>
            <a:ext cx="292608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1188720"/>
            <a:ext cx="2651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229600" y="246888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468880"/>
            <a:ext cx="3962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317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3317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10896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962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971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9718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749040"/>
            <a:ext cx="39620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6118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114800"/>
            <a:ext cx="758952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42232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343400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我的判断：教程类+测评类占55%为核心产出，故事类互动成本最低，适合新品冷启动制造话题。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4周投放节奏框架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50292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45720" cy="10058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50791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97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977639"/>
            <a:ext cx="292608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3977639"/>
            <a:ext cx="4572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405079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实战经验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2976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从执行到策略的能力迁移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多行业品牌项目执行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达人招募与需求对接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81328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45720" cy="38404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2704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千万级预算管理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2704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11096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11096"/>
            <a:ext cx="4572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多渠道媒介SOP搭建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3852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40864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数据分析与ROI优化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68296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8658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70632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0632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163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跨团队协同与项目管理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9806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16352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内容审核与品质把控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85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不止于执行——能从品牌视角理解平台逻辑，推动营销闭环的项目管理者。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互联网广告全平台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全平台媒介经验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小红书生态深度实践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持续跟踪平台趋势与玩法迭代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00600"/>
            <a:ext cx="50292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800600"/>
            <a:ext cx="45720" cy="640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46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📋 核心能力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达人矩阵方案 · 投放SOP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00600"/>
            <a:ext cx="256032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800600"/>
            <a:ext cx="45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📬 联系我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期待与您探讨更多合作可能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个人案例作品集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