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94008" y="3108960"/>
            <a:ext cx="1399032" cy="6400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3632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16053645312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100335283200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13043586816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执行建议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• 新品牌冷启动：先用KOC铺量测试内容方向，再放大腰部达人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成熟品牌维护：头部达人保持品牌调性，腰部达人负责转化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增长期品牌：腰部为核心，头部造势+KOC SEO全面铺开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12876361344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4682313216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585289152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优化建议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可交付成果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🎯 下一步行动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输出美妆赛道专项投放方案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