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个人案例作品集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达人策略 · 内容规划 · 投放SOP · 效果归因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个人案例作品集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9年互联网广告与媒介投放实战经验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Personal Portfolio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美妆类目用户在小红书的内容消费与决策路径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数据来源：小红书行业公开报告及第三方研究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92608" cy="29260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7043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1704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大曝光 · 品牌声量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45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66544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157984"/>
            <a:ext cx="292608" cy="29260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396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38658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3969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深度种草 · 信任转化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6151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4572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27248"/>
            <a:ext cx="292608" cy="292608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35584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08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海量铺量 · SEO占位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1097280"/>
            <a:ext cx="2560320" cy="47548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118872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4173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我的方法论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943600" y="29260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冷启动阶段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127248"/>
            <a:ext cx="6248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52044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稳定运营阶段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72160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721608"/>
            <a:ext cx="6248095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114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快速增长阶段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1596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315968"/>
            <a:ext cx="6248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502920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20640"/>
            <a:ext cx="45720" cy="13716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1937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4EC9B0"/>
                </a:solidFill>
              </a:defRPr>
            </a:pPr>
            <a:r>
              <a:rPr sz="1400" b="0">
                <a:solidFill>
                  <a:srgbClr val="555555"/>
                </a:solidFill>
                <a:rFonts a:ascii="Arial" a:hAnsi="Arial" a:eastAsia="微软雅黑" a:cs=""/>
              </a:rPr>
              <a:t>• 冷启动阶段：通过KOC测试内容方向，验证有效后再放大腰部投放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rFonts a:ascii="Arial" a:hAnsi="Arial" a:eastAsia="微软雅黑" a:cs=""/>
              </a:rPr>
              <a:t>• 稳定运营阶段：头部达人控调性，腰部达人抓转化</a:t>
            </a:r>
          </a:p>
          <a:p>
            <a:r>
              <a:rPr sz="1400" b="0">
                <a:solidFill>
                  <a:srgbClr val="555555"/>
                </a:solidFill>
                <a:rFonts a:ascii="Arial" a:hAnsi="Arial" a:eastAsia="微软雅黑" a:cs=""/>
              </a:rPr>
              <a:t>• 快速增长阶段：腰部达人为核心，头部造势+KOC SEO全覆盖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BBBBCC"/>
                </a:solidFill>
              </a:defRPr>
            </a:pPr>
            <a:r>
              <a:t>冷启动阶段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稳定运营阶段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快速增长阶段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120640"/>
            <a:ext cx="256032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5120640"/>
            <a:ext cx="4572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193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关键指标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532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曝光覆盖率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532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≥ 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互动率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8521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≥ 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6172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6172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1417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97280"/>
            <a:ext cx="45720" cy="1417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606040"/>
            <a:ext cx="457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97280"/>
            <a:ext cx="2926080" cy="4114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1188720"/>
            <a:ext cx="2651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173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内容策略建议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四类内容应形成互补矩阵：</a:t>
            </a:r>
          </a:p>
          <a:p>
            <a:pPr algn="l">
              <a:spcBef>
                <a:spcPts val="4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229600" y="246888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468880"/>
            <a:ext cx="3962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3317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教程+测评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317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3317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核心产出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10896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3962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9718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故事类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971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9718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话题制造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74904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749040"/>
            <a:ext cx="39620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36118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干货类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6118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36118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长尾流量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114800"/>
            <a:ext cx="758952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114800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142232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343400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548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我的判断：教程类+测评类占55%为核心产出，故事类互动成本最低，适合新品冷启动制造话题。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4周投放节奏框架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82880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051560"/>
            <a:ext cx="182880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51560"/>
            <a:ext cx="182880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5156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2004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2004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20040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77639"/>
            <a:ext cx="50292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77639"/>
            <a:ext cx="45720" cy="10058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50791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核心逻辑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976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预算分配遵循「前低→中高→中→收尾」曲线，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BBBCC"/>
                </a:solidFill>
              </a:defRPr>
            </a:pPr>
            <a:r>
              <a:t>爆发期投入最大，确保声量峰值集中。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3977639"/>
            <a:ext cx="292608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3977639"/>
            <a:ext cx="4572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4050791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实战经验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2976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爆发期前预留3天预热素材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复盘期重点关注ROI低于1.2的渠道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优质内容二次投放延长长尾效应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从执行到策略的能力迁移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多行业品牌项目执行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达人招募与需求对接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81328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45720" cy="38404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27048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27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千万级预算管理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08760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2704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11096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11096"/>
            <a:ext cx="4572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5681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95681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多渠道媒介SOP搭建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38528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40864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4572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38658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数据分析与ROI优化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68296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8658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770632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70632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81635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跨团队协同与项目管理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98064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816352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内容审核与品质把控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77724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5720" cy="6858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不止于执行——能从品牌视角理解平台逻辑，推动营销闭环的项目管理者。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互联网广告全平台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全平台媒介经验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小红书生态深度实践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持续跟踪平台趋势与玩法迭代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00600"/>
            <a:ext cx="50292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800600"/>
            <a:ext cx="45720" cy="6400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846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📋 核心能力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达人矩阵方案 · 投放SOP · 效果归因报告 · 品牌内容策略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00600"/>
            <a:ext cx="256032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4800600"/>
            <a:ext cx="457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48463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📬 联系我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期待与您探讨更多合作可能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235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个人案例作品集 · 2026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584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8016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5448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