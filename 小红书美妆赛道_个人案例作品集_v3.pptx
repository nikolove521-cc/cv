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7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0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5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3400" b="1">
                <a:solidFill>
                  <a:srgbClr val="FF6B8A"/>
                </a:solidFill>
              </a:defRPr>
            </a:pPr>
            <a:r>
              <a:t>媒介策略案例分析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931920"/>
            <a:ext cx="201168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8888AA"/>
                </a:solidFill>
              </a:defRPr>
            </a:pPr>
            <a:r>
              <a:t>个人案例作品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BBBBCC"/>
                </a:solidFill>
              </a:defRPr>
            </a:pPr>
            <a:r>
              <a:t>深耕腾讯 · 字节 · 百度 · 荣耀等主流平台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2743200" cy="34747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0" y="1828800"/>
            <a:ext cx="2194560" cy="1828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1865376"/>
            <a:ext cx="1645920" cy="1371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10312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517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3108960"/>
            <a:ext cx="27432" cy="3200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1272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6382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611880"/>
            <a:ext cx="27432" cy="3200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6301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66674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114800"/>
            <a:ext cx="27432" cy="3200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133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16966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303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Case Study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7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8A"/>
                </a:solidFill>
              </a:defRPr>
            </a:pPr>
            <a:r>
              <a:t>01</a:t>
            </a:r>
          </a:p>
          <a:p>
            <a:pPr algn="l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美妆用户在小红书的搜索行为与决策路径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2423160" cy="20116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61288"/>
            <a:ext cx="41148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美妆用户平均搜索3.2次后才完成购买，关键词布局是投放的第一步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1051560"/>
            <a:ext cx="2423160" cy="20116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27248" y="1161288"/>
            <a:ext cx="411480" cy="228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1371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182880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0116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28600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美妆消费者决策前会先在小红书搜索，素人笔记信任度高于明星代言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22976" y="1051560"/>
            <a:ext cx="2423160" cy="20116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0136" y="1161288"/>
            <a:ext cx="411480" cy="228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0136" y="1371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0136" y="182880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0136" y="20116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0136" y="228600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成分党、敏感肌、抗老等细分人群需求差异大，需精准定向投放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7772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11880"/>
            <a:ext cx="7772400" cy="9144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611880"/>
            <a:ext cx="7772400" cy="914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374904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611880"/>
            <a:ext cx="3264408" cy="91440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3164" y="374904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94008" y="3611880"/>
            <a:ext cx="1399032" cy="914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44884" y="374904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93040" y="3611880"/>
            <a:ext cx="544068" cy="914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16434" y="374904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023360"/>
            <a:ext cx="1828800" cy="8229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023360"/>
            <a:ext cx="1828800" cy="3657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09651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43484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61772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95728" y="4023360"/>
            <a:ext cx="1828800" cy="8229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95728" y="4023360"/>
            <a:ext cx="1828800" cy="36576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87168" y="409651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87168" y="443484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87168" y="461772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34256" y="4023360"/>
            <a:ext cx="1828800" cy="8229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34256" y="4023360"/>
            <a:ext cx="18288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25696" y="409651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25696" y="443484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5696" y="461772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72784" y="4023360"/>
            <a:ext cx="1828800" cy="8229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72784" y="4023360"/>
            <a:ext cx="18288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64224" y="409651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64224" y="443484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4224" y="461772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02920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数据来源：小红书美妆行业白皮书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7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8A"/>
                </a:solidFill>
              </a:defRPr>
            </a:pPr>
            <a:r>
              <a:t>02</a:t>
            </a:r>
          </a:p>
          <a:p>
            <a:pPr algn="l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达人矩阵策略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6858000" cy="11887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" cy="1188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65760" cy="36576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1224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430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头部达人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173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50W+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14300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品牌背书 + 声量爆发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916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E8E8F0"/>
                </a:solidFill>
              </a:defRPr>
            </a:pPr>
            <a:r>
              <a:t>▸ 筛选：粉丝量级 × 互动率 × 画像匹配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E8E8F0"/>
                </a:solidFill>
              </a:defRPr>
            </a:pPr>
            <a:r>
              <a:t>▸ 近30天垂直度 ≥ 80%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E8E8F0"/>
                </a:solidFill>
              </a:defRPr>
            </a:pPr>
            <a:r>
              <a:t>▸ 过往品牌合作口碑评估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31720"/>
            <a:ext cx="6858000" cy="11887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45720" cy="1188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468880"/>
            <a:ext cx="365760" cy="36576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1224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231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腰部达人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6974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5W–50W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4231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专业种草 + 信任建立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718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E8E8F0"/>
                </a:solidFill>
              </a:defRPr>
            </a:pPr>
            <a:r>
              <a:t>▸ 建立分级报价体系，设单篇上限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E8E8F0"/>
                </a:solidFill>
              </a:defRPr>
            </a:pPr>
            <a:r>
              <a:t>▸ 批量采购享折扣（10篇+）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E8E8F0"/>
                </a:solidFill>
              </a:defRPr>
            </a:pPr>
            <a:r>
              <a:t>▸ 置换+费用组合降低CPM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6858000" cy="11887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45720" cy="1188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749040"/>
            <a:ext cx="365760" cy="36576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1224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7033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KOC / 素人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9776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60-75W篇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70332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铺量造势 + SEO覆盖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2519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E8E8F0"/>
                </a:solidFill>
              </a:defRPr>
            </a:pPr>
            <a:r>
              <a:t>▸ Brief给方向不给限制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E8E8F0"/>
                </a:solidFill>
              </a:defRPr>
            </a:pPr>
            <a:r>
              <a:t>▸ 保留达人原创表达空间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E8E8F0"/>
                </a:solidFill>
              </a:defRPr>
            </a:pPr>
            <a:r>
              <a:t>▸ 设3个必提卖点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1051560"/>
            <a:ext cx="2560320" cy="4114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26680" y="1143000"/>
            <a:ext cx="228600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13716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我的策略思考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金字塔模型的核心不是均匀分配预算，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而是根据品牌阶段动态调整比例。</a:t>
            </a:r>
          </a:p>
          <a:p>
            <a:pPr algn="l">
              <a:spcBef>
                <a:spcPts val="8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7772400" y="315468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新品牌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3383280"/>
            <a:ext cx="2194560" cy="4572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3383280"/>
            <a:ext cx="1605364531200" cy="457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374904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成熟品牌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977640"/>
            <a:ext cx="2194560" cy="4572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3977640"/>
            <a:ext cx="1003352832000" cy="457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434340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增长期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4572000"/>
            <a:ext cx="2194560" cy="4572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4572000"/>
            <a:ext cx="130435868160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7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8A"/>
                </a:solidFill>
              </a:defRPr>
            </a:pPr>
            <a:r>
              <a:t>03</a:t>
            </a:r>
          </a:p>
          <a:p>
            <a:pPr algn="l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内容方向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爆款笔记的四类结构拆解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703320" cy="1783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45720" cy="178308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1556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6B8A"/>
                </a:solidFill>
              </a:defRPr>
            </a:pPr>
            <a:r>
              <a:t>测评类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11556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FF6B8A"/>
                </a:solidFill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信任型内容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64208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横向对比3-5款同类产品，突出自家优势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空瓶记式真实使用记录，前后对比图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05840"/>
            <a:ext cx="3703320" cy="1783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05840"/>
            <a:ext cx="45720" cy="17830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11556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</a:defRPr>
            </a:pPr>
            <a:r>
              <a:t>教程类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11556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4EC9B0"/>
                </a:solidFill>
              </a:defRPr>
            </a:pPr>
            <a: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46304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场景化教学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664208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如早C晚A搭配指南，步骤清晰可复制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10312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14884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收藏率高，实用性强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26080"/>
            <a:ext cx="3703320" cy="1783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926080"/>
            <a:ext cx="45720" cy="17830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3580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</a:defRPr>
            </a:pPr>
            <a:r>
              <a:t>故事类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0358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38328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情感型内容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584448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个人经历+产品融入，如敏感肌自救故事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02336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06908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引发共鸣，评论区互动率高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2926080"/>
            <a:ext cx="3703320" cy="1783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2926080"/>
            <a:ext cx="45720" cy="1783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303580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干货类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0358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38328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成分科普·选购指南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584448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长尾流量好，搜索排名持续生效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402336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06908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建立品牌专业形象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840480"/>
            <a:ext cx="77724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840480"/>
            <a:ext cx="45720" cy="5943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8862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6B8A"/>
                </a:solidFill>
              </a:defRPr>
            </a:pPr>
            <a:r>
              <a:t>关键发现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标题决定点击率 → 封面决定停留 → 正文决定转化 → 三者缺一不可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5720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💡 我的判断：教程类和测评类合计占55%，是核心内容类型；但故事类互动成本最低——适合新品冷启动制造话题。</a:t>
            </a:r>
          </a:p>
        </p:txBody>
      </p:sp>
      <p:sp>
        <p:nvSpPr>
          <p:cNvPr id="42" name="Oval 41"/>
          <p:cNvSpPr/>
          <p:nvPr/>
        </p:nvSpPr>
        <p:spPr>
          <a:xfrm>
            <a:off x="457200" y="6217920"/>
            <a:ext cx="36576" cy="36576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4360" y="6217920"/>
            <a:ext cx="36576" cy="36576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1520" y="6217920"/>
            <a:ext cx="36576" cy="36576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8680" y="6217920"/>
            <a:ext cx="36576" cy="36576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05840" y="6217920"/>
            <a:ext cx="36576" cy="36576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7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8A"/>
                </a:solidFill>
              </a:defRPr>
            </a:pPr>
            <a:r>
              <a:t>04</a:t>
            </a:r>
          </a:p>
          <a:p>
            <a:pPr algn="l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投放节奏与预算分配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4周Campaign SOP框架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1828800" cy="45720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蓄水期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828800" cy="11887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645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达人招募与brief下发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种子笔记铺垫（10-15篇）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品牌词SEO占位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1051560"/>
            <a:ext cx="1828800" cy="45720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106984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1224"/>
                </a:solidFill>
              </a:defRPr>
            </a:pPr>
            <a: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第2周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828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爆发期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5728" y="2103120"/>
            <a:ext cx="1828800" cy="11887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2148840"/>
            <a:ext cx="1645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腰部达人集中发布（30-50篇）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头部达人引爆声量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信息流投放加码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1051560"/>
            <a:ext cx="1828800" cy="45720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06984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1224"/>
                </a:solidFill>
              </a:defRPr>
            </a:pPr>
            <a: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第3周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1828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扩散期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2103120"/>
            <a:ext cx="1828800" cy="11887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2148840"/>
            <a:ext cx="1645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KOC铺量（100+篇）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UGC话题挑战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评论区运营引导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1051560"/>
            <a:ext cx="18288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1069848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第4周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1828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复盘期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2103120"/>
            <a:ext cx="1828800" cy="11887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2148840"/>
            <a:ext cx="1645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数据追踪与效果归因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优质内容二次投放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沉淀SOP与达人库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56616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566160"/>
            <a:ext cx="1828800" cy="3657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1188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曝光量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840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达成目标覆盖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95728" y="356616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95728" y="3566160"/>
            <a:ext cx="18288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87168" y="361188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互动率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87168" y="3840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≥ 3%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34256" y="356616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34256" y="3566160"/>
            <a:ext cx="18288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25696" y="361188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搜索排名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5696" y="3840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品牌词 TOP3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2784" y="356616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2784" y="3566160"/>
            <a:ext cx="1828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4224" y="361188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ROI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64224" y="3840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≥ 1.5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3891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核心逻辑：预算分配遵循「前低→中高→中→收尾」曲线，爆发期投入最大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4709160"/>
            <a:ext cx="36576" cy="36576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94360" y="4709160"/>
            <a:ext cx="36576" cy="36576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1520" y="4709160"/>
            <a:ext cx="36576" cy="36576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68680" y="4709160"/>
            <a:ext cx="36576" cy="36576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05840" y="4709160"/>
            <a:ext cx="36576" cy="36576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7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8A"/>
                </a:solidFill>
              </a:defRPr>
            </a:pPr>
            <a:r>
              <a:t>05</a:t>
            </a:r>
          </a:p>
          <a:p>
            <a:pPr algn="l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方法论沉淀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从执行经验到策略能力的迁移映射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7772400" cy="4572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45720" cy="4572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247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B8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2471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30+品牌客户对接执行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0972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12471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达人招募与需求沟通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81912"/>
            <a:ext cx="7772400" cy="4572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81912"/>
            <a:ext cx="45720" cy="4572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65506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EC9B0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65506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2000万+广告流水管理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62763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EC9B0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550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</a:defRPr>
            </a:pPr>
            <a:r>
              <a:t>预算分配与报价管控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112264"/>
            <a:ext cx="7772400" cy="4572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112264"/>
            <a:ext cx="45720" cy="4572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85416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B86FC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18541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SOP流程搭建（抖音/百度）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157984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BB86FC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185416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BB86FC"/>
                </a:solidFill>
              </a:defRPr>
            </a:pPr>
            <a:r>
              <a:t>小红书媒介执行SOP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642616"/>
            <a:ext cx="7772400" cy="4572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42616"/>
            <a:ext cx="4572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1576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27157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数据归因分析 &amp; ROI优化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688336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71576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投放效果追踪与复盘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72968"/>
            <a:ext cx="7772400" cy="4572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172968"/>
            <a:ext cx="45720" cy="4572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2461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B8A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2461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跨部门协同（设计/媒介/财务）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21868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246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内容审核与出品把控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383280"/>
            <a:ext cx="77724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45720" cy="9144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4290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6B8A"/>
                </a:solidFill>
              </a:defRPr>
            </a:pPr>
            <a:r>
              <a:t>我的核心优势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3749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不是只做执行的人——而是能从品牌视角理解平台逻辑，推动营销闭环的项目经理。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480560"/>
            <a:ext cx="2377440" cy="6400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5262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9年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82803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互联网广告经验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08960" y="4480560"/>
            <a:ext cx="2377440" cy="6400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18688" y="45262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</a:defRPr>
            </a:pPr>
            <a:r>
              <a:t>腾讯/字节/百度/荣耀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18688" y="482803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主流平台服务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60720" y="4480560"/>
            <a:ext cx="2377440" cy="64008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70448" y="45262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小红书深度用户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70448" y="482803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持续跟踪平台趋势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3035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小红书美妆赛道 · 个人案例作品 · 2026</a:t>
            </a:r>
          </a:p>
        </p:txBody>
      </p:sp>
      <p:sp>
        <p:nvSpPr>
          <p:cNvPr id="49" name="Oval 48"/>
          <p:cNvSpPr/>
          <p:nvPr/>
        </p:nvSpPr>
        <p:spPr>
          <a:xfrm>
            <a:off x="457200" y="5577840"/>
            <a:ext cx="36576" cy="36576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94360" y="5577840"/>
            <a:ext cx="36576" cy="36576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31520" y="5577840"/>
            <a:ext cx="36576" cy="36576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68680" y="5577840"/>
            <a:ext cx="36576" cy="36576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5840" y="5577840"/>
            <a:ext cx="36576" cy="36576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