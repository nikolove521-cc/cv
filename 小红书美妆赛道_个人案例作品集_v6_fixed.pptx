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小红书</a:t>
            </a:r>
            <a:br/>
            <a:r>
              <a:t>美妆赛道</a:t>
            </a:r>
            <a:br/>
            <a:r>
              <a:t>媒介策略案例分析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个人案例作品</a:t>
            </a:r>
            <a:br/>
            <a:r>
              <a:t>9年互联网广告及媒介执行经验</a:t>
            </a:r>
            <a:br/>
            <a:r>
              <a:t>深耕腾讯 · 字节 · 百度 · 荣耀等主流平台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06640" y="1554480"/>
            <a:ext cx="182880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554480"/>
            <a:ext cx="137160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4D8A"/>
                </a:solidFill>
                <a:latin typeface="Microsoft YaHei"/>
              </a:defRPr>
            </a:pPr>
            <a:r>
              <a:t>9+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年媒介执行经验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743200"/>
            <a:ext cx="0" cy="27432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4A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品牌客户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200400"/>
            <a:ext cx="0" cy="27432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200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0FF"/>
                </a:solidFill>
                <a:latin typeface="Microsoft YaHei"/>
              </a:defRPr>
            </a:pPr>
            <a:r>
              <a:t>2000万+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广告流水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657600"/>
            <a:ext cx="0" cy="27432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657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A8"/>
                </a:solidFill>
                <a:latin typeface="Microsoft YaHei"/>
              </a:defRPr>
            </a:pPr>
            <a:r>
              <a:t>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57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达人资源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平台洞察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美妆用户在小红书的搜索行为与决策路径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103120" cy="14630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27432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D8A"/>
                </a:solidFill>
                <a:latin typeface="Microsoft YaHei"/>
              </a:defRPr>
            </a:pPr>
            <a:r>
              <a:t>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次平均搜索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搜索驱动决策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美妆用户平均搜索3.2次后才完成购买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097280"/>
            <a:ext cx="2103120" cy="14630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188720"/>
            <a:ext cx="27432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4A"/>
                </a:solidFill>
                <a:latin typeface="Microsoft YaHei"/>
              </a:defRPr>
            </a:pPr>
            <a:r>
              <a:t>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37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用户行为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真实体验优先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素人笔记信任度高于明星代言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097280"/>
            <a:ext cx="2103120" cy="14630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1188720"/>
            <a:ext cx="27432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380FF"/>
                </a:solidFill>
                <a:latin typeface="Microsoft YaHei"/>
              </a:defRPr>
            </a:pPr>
            <a:r>
              <a:t>多层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737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圈层分化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精准定向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成分党、敏感肌、抗老需精准投放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种草→转化路径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63240"/>
            <a:ext cx="7772400" cy="91440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3200400"/>
            <a:ext cx="1737360" cy="6858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8A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66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曝光触达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307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0C0"/>
                </a:solidFill>
                <a:latin typeface="Microsoft YaHei"/>
              </a:defRPr>
            </a:pPr>
            <a:r>
              <a:t>信息流/搜索/话题页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200400"/>
            <a:ext cx="1737360" cy="6858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4A"/>
                </a:solidFill>
                <a:latin typeface="Microsoft YaHei"/>
              </a:defRPr>
            </a:pPr>
            <a:r>
              <a:t>42%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566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互动收藏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7307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0C0"/>
                </a:solidFill>
                <a:latin typeface="Microsoft YaHei"/>
              </a:defRPr>
            </a:pPr>
            <a:r>
              <a:t>点赞·收藏·评论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200400"/>
            <a:ext cx="1737360" cy="6858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80FF"/>
                </a:solidFill>
                <a:latin typeface="Microsoft YaHei"/>
              </a:defRPr>
            </a:pPr>
            <a:r>
              <a:t>18%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566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搜索加深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7307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0C0"/>
                </a:solidFill>
                <a:latin typeface="Microsoft YaHei"/>
              </a:defRPr>
            </a:pPr>
            <a:r>
              <a:t>品牌词/竞品词搜索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200400"/>
            <a:ext cx="1737360" cy="6858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A8"/>
                </a:solidFill>
                <a:latin typeface="Microsoft YaHei"/>
              </a:defRPr>
            </a:pPr>
            <a:r>
              <a:t>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566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站外转化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7307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0C0"/>
                </a:solidFill>
                <a:latin typeface="Microsoft YaHei"/>
              </a:defRPr>
            </a:pPr>
            <a:r>
              <a:t>跳转电商/到店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206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数据来源：小红书美妆行业白皮书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4389120"/>
            <a:ext cx="2194560" cy="219456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52560" y="4754880"/>
            <a:ext cx="1463040" cy="14630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达人矩阵策略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475488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91440" cy="914400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16152"/>
            <a:ext cx="274320" cy="274320"/>
          </a:xfrm>
          <a:prstGeom prst="ellipse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16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170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头部达人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3990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D8A"/>
                </a:solidFill>
                <a:latin typeface="Microsoft YaHei"/>
              </a:defRPr>
            </a:pPr>
            <a:r>
              <a:t>50W+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170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7A"/>
                </a:solidFill>
                <a:latin typeface="Microsoft YaHei"/>
              </a:defRPr>
            </a:pPr>
            <a:r>
              <a:t>品牌背书 + 声量爆发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2763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筛选：粉丝量级 × 互动率 × 画像匹配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76479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近30天垂直度 ≥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0195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口碑评估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03120"/>
            <a:ext cx="475488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103120"/>
            <a:ext cx="91440" cy="9144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221992"/>
            <a:ext cx="274320" cy="27432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21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腰部达人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4048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4A"/>
                </a:solidFill>
                <a:latin typeface="Microsoft YaHei"/>
              </a:defRPr>
            </a:pPr>
            <a:r>
              <a:t>5W–50W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1762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7A"/>
                </a:solidFill>
                <a:latin typeface="Microsoft YaHei"/>
              </a:defRPr>
            </a:pPr>
            <a:r>
              <a:t>专业种草 + 信任建立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63347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分级报价体系，设上限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77063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批量采购折扣（10篇+）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90779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置换+费用组合降本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108960"/>
            <a:ext cx="475488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91440" cy="914400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3227832"/>
            <a:ext cx="274320" cy="274320"/>
          </a:xfrm>
          <a:prstGeom prst="ellipse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278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1821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KOC / 素人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4107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80FF"/>
                </a:solidFill>
                <a:latin typeface="Microsoft YaHei"/>
              </a:defRPr>
            </a:pPr>
            <a:r>
              <a:t>60-75W篇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1821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7A"/>
                </a:solidFill>
                <a:latin typeface="Microsoft YaHei"/>
              </a:defRPr>
            </a:pPr>
            <a:r>
              <a:t>铺量造势 + SEO覆盖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63931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Brief给方向不给限制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7647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保留达人原创表达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913632"/>
            <a:ext cx="3931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设3个必提卖点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1097280"/>
            <a:ext cx="237744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我的策略思考</a:t>
            </a:r>
            <a:br/>
            <a:br/>
            <a:r>
              <a:t>金字塔模型的核心不是均匀分配预算，</a:t>
            </a:r>
            <a:br/>
            <a:r>
              <a:t>而是根据品牌阶段动态调整比例。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8346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新品牌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035808"/>
            <a:ext cx="201168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33832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成熟品牌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584448"/>
            <a:ext cx="201168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增长期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4133088"/>
            <a:ext cx="201168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5120640"/>
            <a:ext cx="4754880" cy="8229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91440" cy="8229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166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💡 执行建议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440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• 新品牌冷启动：先用KOC铺量测试内容方向，再放大腰部达人</a:t>
            </a:r>
            <a:br/>
            <a:r>
              <a:t>• 成熟品牌维护：头部达人保持品牌调性，腰部达人负责转化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0" y="5120640"/>
            <a:ext cx="2377440" cy="8229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0" y="5120640"/>
            <a:ext cx="2377440" cy="36576"/>
          </a:xfrm>
          <a:prstGeom prst="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A8"/>
                </a:solidFill>
                <a:latin typeface="Microsoft YaHei"/>
              </a:defRPr>
            </a:pPr>
            <a:r>
              <a:t>关键指标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54406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曝光覆盖率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4406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D8A"/>
                </a:solidFill>
                <a:latin typeface="Microsoft YaHei"/>
              </a:defRPr>
            </a:pPr>
            <a:r>
              <a:t>≥ 80%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互动率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4A"/>
                </a:solidFill>
                <a:latin typeface="Microsoft YaHei"/>
              </a:defRPr>
            </a:pPr>
            <a:r>
              <a:t>≥ 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59527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9527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A8"/>
                </a:solidFill>
                <a:latin typeface="Microsoft YaHei"/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内容方向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爆款笔记的四类结构拆解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383280" cy="1417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383280" cy="36576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测评类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2070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4D8A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8A"/>
                </a:solidFill>
                <a:latin typeface="Microsoft YaHei"/>
              </a:defRPr>
            </a:pPr>
            <a:r>
              <a:t>信任型内容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横向对比3-5款同类产品，突出优势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示例：空瓶记式真实使用记录，前后对比图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097280"/>
            <a:ext cx="3383280" cy="1417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097280"/>
            <a:ext cx="3383280" cy="3657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教程类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2070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6B4A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508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4A"/>
                </a:solidFill>
                <a:latin typeface="Microsoft YaHei"/>
              </a:defRPr>
            </a:pPr>
            <a:r>
              <a:t>场景化教学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如早C晚A搭配指南，步骤清晰可复制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示例：收藏率高，实用性强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3383280" cy="1417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3383280" cy="36576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故事类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8529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B380FF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0FF"/>
                </a:solidFill>
                <a:latin typeface="Microsoft YaHei"/>
              </a:defRPr>
            </a:pPr>
            <a:r>
              <a:t>情感型内容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64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个人经历+产品融入，如敏感肌自救故事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示例：引发共鸣，评论区互动率高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2743200"/>
            <a:ext cx="3383280" cy="1417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4A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2743200"/>
            <a:ext cx="3383280" cy="36576"/>
          </a:xfrm>
          <a:prstGeom prst="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干货类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529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4AC9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1546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C9FF"/>
                </a:solidFill>
                <a:latin typeface="Microsoft YaHei"/>
              </a:defRPr>
            </a:pPr>
            <a:r>
              <a:t>成分科普·选购指南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64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长尾流量好，搜索排名持续生效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示例：建立品牌专业形象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43400"/>
            <a:ext cx="7040880" cy="4572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343400"/>
            <a:ext cx="7040880" cy="36576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89120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90288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💡 我的判断：教程类和测评类合计占55%，是核心内容类型；但故事类互动成本最低——适合新品冷启动制造话题。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1097280"/>
            <a:ext cx="3657600" cy="41148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1097280"/>
            <a:ext cx="3657600" cy="36576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1280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内容策略建议</a:t>
            </a:r>
            <a:br/>
            <a:br/>
            <a:r>
              <a:t>四类内容应形成互补矩阵：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2377440"/>
            <a:ext cx="320040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2423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教程+测评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4231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8A"/>
                </a:solidFill>
                <a:latin typeface="Microsoft YaHei"/>
              </a:defRPr>
            </a:pPr>
            <a:r>
              <a:t>55%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423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核心产出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3063240"/>
            <a:ext cx="320040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79" y="3108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故事类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108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4A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话题制造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3749040"/>
            <a:ext cx="3200400" cy="0"/>
          </a:xfrm>
          <a:prstGeom prst="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9" y="37947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干货类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7947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C9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37947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长尾流量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投放节奏与预算分配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4周Campaign SOP框架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011680" cy="365760"/>
          </a:xfrm>
          <a:prstGeom prst="round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第1周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蓄水期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2011680" cy="11887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达人招募与brief下发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种子笔记铺垫（10-15篇）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品牌词SEO占位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2011680" cy="6400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曝光量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8A"/>
                </a:solidFill>
                <a:latin typeface="Microsoft YaHei"/>
              </a:defRPr>
            </a:pPr>
            <a:r>
              <a:t>达成目标覆盖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005840"/>
            <a:ext cx="2011680" cy="36576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005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1463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第2周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爆发期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1920240"/>
            <a:ext cx="2011680" cy="11887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腰部达人集中发布（30-50篇）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头部达人引爆声量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信息流投放加码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3200400"/>
            <a:ext cx="2011680" cy="6400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互动率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4A"/>
                </a:solidFill>
                <a:latin typeface="Microsoft YaHei"/>
              </a:defRPr>
            </a:pPr>
            <a:r>
              <a:t>≥ 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1005840"/>
            <a:ext cx="2011680" cy="365760"/>
          </a:xfrm>
          <a:prstGeom prst="round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005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1463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第3周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扩散期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1920240"/>
            <a:ext cx="2011680" cy="11887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KOC铺量（100+篇）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UGC话题挑战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评论区运营引导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3200400"/>
            <a:ext cx="2011680" cy="6400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搜索排名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0FF"/>
                </a:solidFill>
                <a:latin typeface="Microsoft YaHei"/>
              </a:defRPr>
            </a:pPr>
            <a:r>
              <a:t>品牌词 TOP3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1005840"/>
            <a:ext cx="2011680" cy="365760"/>
          </a:xfrm>
          <a:prstGeom prst="round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1005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1463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第4周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复盘期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1920240"/>
            <a:ext cx="2011680" cy="11887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数据追踪与效果归因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优质内容二次投放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沉淀SOP与达人库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3200400"/>
            <a:ext cx="2011680" cy="6400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A8"/>
                </a:solidFill>
                <a:latin typeface="Microsoft YaHei"/>
              </a:defRPr>
            </a:pPr>
            <a:r>
              <a:t>≥ 1.5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023360"/>
            <a:ext cx="4754880" cy="8229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023360"/>
            <a:ext cx="91440" cy="8229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0690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核心逻辑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343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预算分配遵循「前低→中高→中→收尾」曲线，</a:t>
            </a:r>
            <a:br/>
            <a:r>
              <a:t>爆发期投入最大，确保声量峰值集中。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4023360"/>
            <a:ext cx="2468880" cy="8229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4023360"/>
            <a:ext cx="2468880" cy="36576"/>
          </a:xfrm>
          <a:prstGeom prst="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0" y="4069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A8"/>
                </a:solidFill>
                <a:latin typeface="Microsoft YaHei"/>
              </a:defRPr>
            </a:pPr>
            <a:r>
              <a:t>💡 优化建议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• 爆发期前预留3天预热素材</a:t>
            </a:r>
            <a:br/>
            <a:r>
              <a:t>• 复盘期重点关注ROI低于1.2的渠道</a:t>
            </a:r>
            <a:br/>
            <a:r>
              <a:t>• 优质内容二次投放延长长尾效应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方法论沉淀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从执行经验到策略能力的迁移映射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01752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30+品牌客户对接执行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143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D8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097280"/>
            <a:ext cx="402336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1521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达人招募与需求沟通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72768"/>
            <a:ext cx="301752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276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2000万+广告流水管理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618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4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572768"/>
            <a:ext cx="402336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6276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预算分配与报价管控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48256"/>
            <a:ext cx="301752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03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SOP流程搭建（抖音/百度）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0939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380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2048256"/>
            <a:ext cx="402336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1031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小红书媒介执行SOP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23744"/>
            <a:ext cx="301752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4A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78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数据归因分析 &amp; ROI优化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569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C9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2523744"/>
            <a:ext cx="402336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4A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5786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投放效果追踪与复盘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99232"/>
            <a:ext cx="301752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540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跨部门协同（设计/媒介/财务）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044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A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2999232"/>
            <a:ext cx="4023360" cy="3657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0540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内容审核与出品把控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743200"/>
            <a:ext cx="7772400" cy="640080"/>
          </a:xfrm>
          <a:prstGeom prst="roundRect">
            <a:avLst/>
          </a:prstGeom>
          <a:solidFill>
            <a:srgbClr val="16161E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43200"/>
            <a:ext cx="7772400" cy="36576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2788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我的核心优势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01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657600"/>
            <a:ext cx="2377440" cy="5486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8A"/>
                </a:solidFill>
                <a:latin typeface="Microsoft YaHei"/>
              </a:defRPr>
            </a:pPr>
            <a:r>
              <a:t>9年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9776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互联网广告经验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0" y="3657600"/>
            <a:ext cx="2377440" cy="5486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4A"/>
                </a:solidFill>
                <a:latin typeface="Microsoft YaHei"/>
              </a:defRPr>
            </a:pPr>
            <a:r>
              <a:t>腾讯/字节/百度/荣耀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9776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主流平台服务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3657600"/>
            <a:ext cx="2377440" cy="5486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0FF"/>
                </a:solidFill>
                <a:latin typeface="Microsoft YaHei"/>
              </a:defRPr>
            </a:pPr>
            <a:r>
              <a:t>小红书深度用户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39776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持续跟踪平台趋势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480560"/>
            <a:ext cx="4754880" cy="6400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480560"/>
            <a:ext cx="4754880" cy="36576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5262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📋 可交付成果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754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达人矩阵方案 · 投放SOP文档 · 效果归因报告 · 品牌内容策略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0" y="4480560"/>
            <a:ext cx="2743200" cy="6400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0" y="4480560"/>
            <a:ext cx="2743200" cy="36576"/>
          </a:xfrm>
          <a:prstGeom prst="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0" y="4526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A8"/>
                </a:solidFill>
                <a:latin typeface="Microsoft YaHei"/>
              </a:defRPr>
            </a:pPr>
            <a:r>
              <a:t>🎯 下一步行动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754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输出美妆赛道专项投放方案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23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小红书美妆赛道 · 个人案例作品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