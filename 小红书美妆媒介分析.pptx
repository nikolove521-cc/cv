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5b1dee7894936" /><Relationship Type="http://schemas.openxmlformats.org/officeDocument/2006/relationships/extended-properties" Target="/docProps/app.xml" Id="R794363b7b497486d" /><Relationship Type="http://schemas.openxmlformats.org/officeDocument/2006/relationships/officeDocument" Target="/ppt/presentation.xml" Id="R72acbd7ec7104e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191fefc1649ce"/>
  </p:sldMasterIdLst>
  <p:notesMasterIdLst>
    <p:notesMasterId xmlns:r="http://schemas.openxmlformats.org/officeDocument/2006/relationships" r:id="R3278ebd7e2224eed"/>
  </p:notesMasterIdLst>
  <p:sldIdLst>
    <p:sldId xmlns:r="http://schemas.openxmlformats.org/officeDocument/2006/relationships" id="256" r:id="Rcd4ec3ea268c4f69"/>
    <p:sldId xmlns:r="http://schemas.openxmlformats.org/officeDocument/2006/relationships" id="257" r:id="Ra11b9c5f45b8449b"/>
    <p:sldId xmlns:r="http://schemas.openxmlformats.org/officeDocument/2006/relationships" id="258" r:id="R2362ef88b02e4c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7ecbc2ea3d4027" /><Relationship Type="http://schemas.openxmlformats.org/officeDocument/2006/relationships/slideMaster" Target="/ppt/slideMasters/slideMaster1.xml" Id="Rb17191fefc1649ce" /><Relationship Type="http://schemas.openxmlformats.org/officeDocument/2006/relationships/notesMaster" Target="/ppt/notesMasters/notesMaster1.xml" Id="R3278ebd7e2224eed" /><Relationship Type="http://schemas.openxmlformats.org/officeDocument/2006/relationships/presProps" Target="/ppt/presProps.xml" Id="Ra4d85909b19c46c8" /><Relationship Type="http://schemas.openxmlformats.org/officeDocument/2006/relationships/tableStyles" Target="/ppt/tableStyles.xml" Id="Rc8233305a7a64327" /><Relationship Type="http://schemas.openxmlformats.org/officeDocument/2006/relationships/slide" Target="/ppt/slides/slide1.xml" Id="Rcd4ec3ea268c4f69" /><Relationship Type="http://schemas.openxmlformats.org/officeDocument/2006/relationships/slide" Target="/ppt/slides/slide2.xml" Id="Ra11b9c5f45b8449b" /><Relationship Type="http://schemas.openxmlformats.org/officeDocument/2006/relationships/slide" Target="/ppt/slides/slide3.xml" Id="R2362ef88b02e4c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fcce2762ce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21132b185439a" /><Relationship Type="http://schemas.openxmlformats.org/officeDocument/2006/relationships/notesMaster" Target="/ppt/notesMasters/notesMaster1.xml" Id="Rdcb855587d86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749a348c34967" /><Relationship Type="http://schemas.openxmlformats.org/officeDocument/2006/relationships/notesMaster" Target="/ppt/notesMasters/notesMaster1.xml" Id="R69e7f480c7cd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c1406eb7c74b4f" /><Relationship Type="http://schemas.openxmlformats.org/officeDocument/2006/relationships/notesMaster" Target="/ppt/notesMasters/notesMaster1.xml" Id="Rb4caae39939641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c453fb51b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a0fb288954572" /><Relationship Type="http://schemas.openxmlformats.org/officeDocument/2006/relationships/slideLayout" Target="/ppt/slideLayouts/slideLayout1.xml" Id="R26c939008ad3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c939008ad3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ddcf226c7420b" /><Relationship Type="http://schemas.openxmlformats.org/officeDocument/2006/relationships/notesSlide" Target="/ppt/notesSlides/notesSlide1.xml" Id="R671e9e1e81014d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615d858344200" /><Relationship Type="http://schemas.openxmlformats.org/officeDocument/2006/relationships/notesSlide" Target="/ppt/notesSlides/notesSlide2.xml" Id="Rda6e0957eb50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991234364412a" /><Relationship Type="http://schemas.openxmlformats.org/officeDocument/2006/relationships/notesSlide" Target="/ppt/notesSlides/notesSlide3.xml" Id="R10cc0a84b82d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B00A57-08B2-4A96-A240-98D43379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D4506-6335-448B-B3CC-5E06FF37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53E3E"/>
                </a:solidFill>
              </a:defRPr>
            </a:pPr>
            <a:r>
              <a:rPr sz="1350" b="0">
                <a:solidFill>
                  <a:srgbClr val="E53E3E"/>
                </a:solidFill>
              </a:rPr>
              <a:t>美妆行业 · 小红书媒介投放分析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614A9-3E13-4AB2-9B08-B88F587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A1A1A"/>
                </a:solidFill>
              </a:defRPr>
            </a:pPr>
            <a:r>
              <a:rPr sz="3900" b="1">
                <a:solidFill>
                  <a:srgbClr val="1A1A1A"/>
                </a:solidFill>
              </a:rPr>
              <a:t>从深度用户视角看</a:t>
            </a:r>
          </a:p>
          <a:p xmlns:a="http://schemas.openxmlformats.org/drawingml/2006/main">
            <a:pPr>
              <a:defRPr sz="3900" b="1">
                <a:solidFill>
                  <a:srgbClr val="1A1A1A"/>
                </a:solidFill>
              </a:defRPr>
            </a:pPr>
            <a:r>
              <a:rPr sz="3900" b="1">
                <a:solidFill>
                  <a:srgbClr val="1A1A1A"/>
                </a:solidFill>
              </a:rPr>
              <a:t>小红书美妆内容趋势与投放策略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2CD5-C7FC-4918-9B06-FD400990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666"/>
                </a:solidFill>
              </a:defRPr>
            </a:pPr>
            <a:r>
              <a:rPr sz="1500" b="0">
                <a:solidFill>
                  <a:srgbClr val="666666"/>
                </a:solidFill>
              </a:rPr>
              <a:t>基于1000+篇爆款笔记拆解 · 达人矩阵模型 · 投放方法论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71814-9418-494A-95C6-7C9739B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2857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4288">
            <a:solidFill>
              <a:srgbClr val="E53E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53E3E"/>
                </a:solidFill>
              </a:defRPr>
            </a:pPr>
            <a:r>
              <a:rPr sz="1050" b="0">
                <a:solidFill>
                  <a:srgbClr val="E53E3E"/>
                </a:solidFill>
              </a:rPr>
              <a:t>知外文化 · SAE项目经理求职分析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B9A4D-8F43-4C3E-9B31-0435EA52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476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EEE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DD0B0-431B-4239-B08D-81CD543D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05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99999"/>
                </a:solidFill>
              </a:defRPr>
            </a:pPr>
            <a:r>
              <a:rPr sz="1200">
                <a:solidFill>
                  <a:srgbClr val="999999"/>
                </a:solidFill>
              </a:rPr>
              <a:t>美妆品类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C37C2-F72C-436C-817D-76E2E89A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小红书TOP3赛道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79A8D-6DA1-4713-9F8D-2A7684C7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  <a:r>
              <a:rPr sz="1200">
                <a:solidFill>
                  <a:srgbClr val="666666"/>
                </a:solidFill>
              </a:rPr>
              <a:t>种草决策第一站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90C20-8EC9-4C9D-9933-2C60487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718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53E3E"/>
                </a:solidFill>
              </a:defRPr>
            </a:pPr>
            <a:r>
              <a:rPr sz="1500" b="1">
                <a:solidFill>
                  <a:srgbClr val="E53E3E"/>
                </a:solidFill>
              </a:rPr>
              <a:t>68% 用户搜索入口</a:t>
            </a:r>
          </a:p>
        </p:txBody>
      </p:sp>
    </p:spTree>
    <p:extLst>
      <p:ext uri="{BB962C8B-B14F-4D97-AF65-F5344CB8AC3E}">
        <p14:creationId xmlns:p14="http://schemas.microsoft.com/office/powerpoint/2010/main" val="84744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D94A7-F88F-4B21-990E-F11B38A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A62B7-A501-4E08-B997-DE716E6B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CCCCC"/>
                </a:solidFill>
              </a:defRPr>
            </a:pPr>
            <a:r>
              <a:rPr sz="1050">
                <a:solidFill>
                  <a:srgbClr val="CCCCCC"/>
                </a:solidFill>
              </a:rPr>
              <a:t>01 /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A0750-08B5-4E76-A1FE-F5F130E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1A1A"/>
                </a:solidFill>
              </a:defRPr>
            </a:pPr>
            <a:r>
              <a:rPr sz="2850" b="1">
                <a:solidFill>
                  <a:srgbClr val="1A1A1A"/>
                </a:solidFill>
              </a:rPr>
              <a:t>美妆行业小红书内容生态现状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ED21C-FF4D-42F5-9A04-BCC6F9D7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4381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EEE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3D0AA-565F-49D8-A1B8-6A0DABAD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BECE6-4791-45A4-9210-AF54B5A7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内容趋势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08CAA-D097-4376-912F-D8D340B3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85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成分党崛起：烟酰胺、玻色因等成分科普类笔记互动量提升200%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真实测评 &gt; 精致广告：素人感笔记完播率是精修内容的3倍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场景化种草：「早C晚A」「换季护肤」等场景标签流量显著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视频化加速：短视频占比已超图文，1分钟以内干货视频最优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A9E7F-0E05-4676-82B0-CB6D26F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4381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EEE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4642-EA57-4088-BD5A-2E2B5A6B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8A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93B35-060A-43D1-8573-30044739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达人矩阵玩法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4ECE9-1B02-44CB-9F13-B257D124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KOL定调：头部达人背书，建立品牌信任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KOC铺量：中腰部达人密集种草，制造话题热度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素人UGC：长尾搜索流量，覆盖精准关键词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金字塔结构：1:10:100 比例投放效果最优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89B37-DD63-4EB5-9B76-BBE3CFA1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238500" cy="4381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EEEE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B6163-5508-4384-84E5-E0F8B561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69F6A-3F64-4D76-9182-4C22ACB9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投放节奏建议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8C0EA-E9C5-48AC-BBBA-6E0BC0D4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85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蓄水期（W1-W2）：KOC铺量，关键词占位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爆发期（W3-W4）：KOL集中发声，信息流加热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延续期（W5-W8）：素人UGC长尾，搜索优化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• 节点营销：618/双11/换季期提前2周布局</a:t>
            </a:r>
          </a:p>
        </p:txBody>
      </p:sp>
    </p:spTree>
    <p:extLst>
      <p:ext uri="{BB962C8B-B14F-4D97-AF65-F5344CB8AC3E}">
        <p14:creationId xmlns:p14="http://schemas.microsoft.com/office/powerpoint/2010/main" val="909007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3CE0F-3284-4E2A-B1BC-B850437D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15EC8-4602-41C7-80C8-91ED94CE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CCCCC"/>
                </a:solidFill>
              </a:defRPr>
            </a:pPr>
            <a:r>
              <a:rPr sz="1050">
                <a:solidFill>
                  <a:srgbClr val="CCCCCC"/>
                </a:solidFill>
              </a:rPr>
              <a:t>02 /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9686F-5EC7-484E-9942-DA3917C1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A1A1A"/>
                </a:solidFill>
              </a:defRPr>
            </a:pPr>
            <a:r>
              <a:rPr sz="2850" b="1">
                <a:solidFill>
                  <a:srgbClr val="1A1A1A"/>
                </a:solidFill>
              </a:rPr>
              <a:t>可落地的媒介执行框架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E27E3-0612-4D65-918E-2E909236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A1A"/>
                </a:solidFill>
              </a:defRPr>
            </a:pPr>
            <a:r>
              <a:rPr sz="1800" b="1">
                <a:solidFill>
                  <a:srgbClr val="1A1A1A"/>
                </a:solidFill>
              </a:rPr>
              <a:t>四步执行法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C4303-38CE-41A5-AD19-3CC65FB1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A6537-5E8D-4CF0-9A17-F9D1A30B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8600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需求拆解：对齐品牌核心目标（曝光/口碑/转化），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定位关键发力点（达人矩阵×内容方向×投放节奏）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B52AC-C98B-4EEC-9689-D64A6C7B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43549-7350-4175-8B21-D2B7357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达人筛选：建立分级标准（粉丝量×互动率×画像匹配度×历史带货力），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善用AI工具辅助初筛提高效率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A8775-235B-4A29-8779-DCD5EC16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41028-FDDC-41D8-A927-CC9E6CFC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9100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内容把控：brief给方向不给限制，保留达人原生表达力；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审核聚焦合规性+品牌调性，不过度干预创意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104DC-29A6-4DED-8437-4B919E6D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3E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628C6-7ED0-4FFB-AD10-A5C8F35C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4350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数据复盘：追踪曝光→互动→转化全链路，沉淀优质达人库</a:t>
            </a:r>
          </a:p>
          <a:p xmlns:a="http://schemas.openxmlformats.org/drawingml/2006/main">
            <a:pPr>
              <a:defRPr sz="1200">
                <a:solidFill>
                  <a:srgbClr val="444444"/>
                </a:solidFill>
              </a:defRPr>
            </a:pPr>
            <a:r>
              <a:rPr sz="1200">
                <a:solidFill>
                  <a:srgbClr val="444444"/>
                </a:solidFill>
              </a:rPr>
              <a:t>与SOP，形成可复用的媒介资产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9E464-8362-4F69-802E-1D705E65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5720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ED7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2D16F-2F1C-469D-8317-60D9083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53E3E"/>
                </a:solidFill>
              </a:defRPr>
            </a:pPr>
            <a:r>
              <a:rPr sz="1650" b="1">
                <a:solidFill>
                  <a:srgbClr val="E53E3E"/>
                </a:solidFill>
              </a:rPr>
              <a:t>为什么我能胜任这个岗位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90159-E3A7-4336-8584-9CEB47CA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381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✓ 9年互联网广告全链路经验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覆盖腾讯/字节/百度/荣耀等主流平台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半年管理2000万+广告流水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✓ 数据驱动的项目管理思维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线索成本下降68%，投产比稳定1.9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擅长用数据反推策略优化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✓ 小红书深度用户，平台理解深入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日常高频使用，熟悉内容生态与用户心理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能站在品牌视角判断内容价值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✓ 跨部门协同与SOP搭建能力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30+活跃客户并行管理经验</a:t>
            </a:r>
          </a:p>
          <a:p xmlns:a="http://schemas.openxmlformats.org/drawingml/2006/main">
            <a:pPr>
              <a:defRPr sz="1125">
                <a:solidFill>
                  <a:srgbClr val="444444"/>
                </a:solidFill>
              </a:defRPr>
            </a:pPr>
            <a:r>
              <a:rPr sz="1125">
                <a:solidFill>
                  <a:srgbClr val="444444"/>
                </a:solidFill>
              </a:rPr>
              <a:t>  从0到1搭建投放渠道管理体系</a:t>
            </a:r>
          </a:p>
        </p:txBody>
      </p:sp>
    </p:spTree>
    <p:extLst>
      <p:ext uri="{BB962C8B-B14F-4D97-AF65-F5344CB8AC3E}">
        <p14:creationId xmlns:p14="http://schemas.microsoft.com/office/powerpoint/2010/main" val="1905447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2026-07-07T11:35:27.7960000Z</dcterms:created>
  <dcterms:modified xsi:type="dcterms:W3CDTF">2026-07-07T11:35:27.7960000Z</dcterms:modified>
</coreProperties>
</file>