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美妆赛道大达人投放策略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个人案例作品集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Portfolio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数据来源：小红书官方数据报告、蝉妈妈、千瓜数据等第三方平台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919"/>
              </a:spcAft>
            </a:pPr>
            <a:r>
              <a:rPr sz="4800" b="0">
                <a:solidFill>
                  <a:srgbClr val="FFFFFF"/>
                </a:solidFill>
                <a:rFonts a:ascii="Arial" a:hAnsi="Arial" a:eastAsia="微软雅黑" a:cs="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759"/>
              </a:spcAft>
            </a:pPr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达人矩阵策略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99"/>
              </a:spcAft>
            </a:pPr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金字塔分层打法：不同层级达人的角色与执行要点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头部达人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6B8A"/>
                </a:solidFill>
                <a:rFonts a:ascii="Arial" a:hAnsi="Arial" a:eastAsia="微软雅黑" a:cs=""/>
              </a:rPr>
              <a:t>50W+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大曝光 · 品牌声量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筛选：粉丝量级 × 互动率 × 画像匹配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近30天垂直度 ≥ 80%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口碑评估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0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腰部达人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4ECDC4"/>
                </a:solidFill>
                <a:rFonts a:ascii="Arial" a:hAnsi="Arial" a:eastAsia="微软雅黑" a:cs=""/>
              </a:rPr>
              <a:t>5W–50W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深度种草 · 信任转化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分级报价体系，设上限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批量采购折扣（10篇+）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置换+费用组合降本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0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KOC / 素人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E66D"/>
                </a:solidFill>
                <a:rFonts a:ascii="Arial" a:hAnsi="Arial" a:eastAsia="微软雅黑" a:cs=""/>
              </a:rPr>
              <a:t>60-75W篇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海量铺量 · SEO占位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Brief给方向不给限制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保留达人原创表达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设3个必提卖点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0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572000" cy="320040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B8B5FF"/>
                </a:solidFill>
                <a:rFonts a:ascii="Arial" a:hAnsi="Arial" a:eastAsia="微软雅黑" a:cs=""/>
              </a:rPr>
              <a:t>我的方法论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金字塔模型的核心不是均匀分配预算，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而是根据品牌阶段动态调整比例。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新品牌项目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KOC先行测试 → 腰部放大 → 头部造势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成熟品牌项目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头部控调性 → 腰部抓转化 → KOC维持热度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增长期项目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腰部为核心 → 头部破圈 + KOC SEO全覆盖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800" y="2103120"/>
            <a:ext cx="3438000" cy="155448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冷启动阶段：通过KOC测试内容方向，验证有效后再放大腰部投放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稳定运营阶段：头部达人控调性，腰部达人抓转化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快速增长阶段：腰部达人为核心，头部造势+KOC SEO全覆盖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8800" y="3840480"/>
            <a:ext cx="34380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FFA07A"/>
                </a:solidFill>
                <a:rFonts a:ascii="Arial" a:hAnsi="Arial" a:eastAsia="微软雅黑" a:cs=""/>
              </a:rPr>
              <a:t>关键指标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曝光覆盖率    ≥ 80%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互动率        ≥ 3%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ROI           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919"/>
              </a:spcAft>
            </a:pPr>
            <a:r>
              <a:rPr sz="4800" b="0">
                <a:solidFill>
                  <a:srgbClr val="FFFFFF"/>
                </a:solidFill>
                <a:rFonts a:ascii="Arial" a:hAnsi="Arial" a:eastAsia="微软雅黑" a:cs="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759"/>
              </a:spcAft>
            </a:pPr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内容方向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99"/>
              </a:spcAft>
            </a:pPr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爆款笔记的四类结构拆解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6B8A"/>
                </a:solidFill>
                <a:rFonts a:ascii="Arial" a:hAnsi="Arial" a:eastAsia="微软雅黑" a:cs=""/>
              </a:rPr>
              <a:t>测评类    25%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信任型内容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横向对比3-5款同类产品，突出优势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空瓶记式真实使用记录，前后对比图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4ECDC4"/>
                </a:solidFill>
                <a:rFonts a:ascii="Arial" a:hAnsi="Arial" a:eastAsia="微软雅黑" a:cs=""/>
              </a:rPr>
              <a:t>教程类    30%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场景化教学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如早C晚A搭配指南，步骤清晰可复制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收藏率高，实用性强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E66D"/>
                </a:solidFill>
                <a:rFonts a:ascii="Arial" a:hAnsi="Arial" a:eastAsia="微软雅黑" a:cs=""/>
              </a:rPr>
              <a:t>故事类    20%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情感型内容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个人经历+产品融入，如敏感肌自救故事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引发共鸣，评论区互动率高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A8E6CF"/>
                </a:solidFill>
                <a:rFonts a:ascii="Arial" a:hAnsi="Arial" a:eastAsia="微软雅黑" a:cs=""/>
              </a:rPr>
              <a:t>干货类    25%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成分科普·选购指南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长尾流量好，搜索排名持续生效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建立品牌专业形象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79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关键发现</a:t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标题决定点击率 → 封面决定停留 → 正文决定转化 → 三者缺一不可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39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💡 我的判断：教程类和测评类合计占55%，是核心内容类型；但故事类互动成本最低——适合新品冷启动制造话题。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919"/>
              </a:spcAft>
            </a:pPr>
            <a:r>
              <a:rPr sz="4800" b="0">
                <a:solidFill>
                  <a:srgbClr val="FFFFFF"/>
                </a:solidFill>
                <a:rFonts a:ascii="Arial" a:hAnsi="Arial" a:eastAsia="微软雅黑" a:cs="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759"/>
              </a:spcAft>
            </a:pPr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投放节奏与预算分配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99"/>
              </a:spcAft>
            </a:pPr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4周投放节奏框架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137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79"/>
              </a:spcAft>
            </a:pPr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第1周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6B8A"/>
                </a:solidFill>
                <a:rFonts a:ascii="Arial" a:hAnsi="Arial" a:eastAsia="微软雅黑" a:cs=""/>
              </a:rPr>
              <a:t>蓄水期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达人招募与brief下发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种子笔记铺垫（10-15篇）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品牌词SEO占位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97280"/>
            <a:ext cx="1828800" cy="1371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79"/>
              </a:spcAft>
            </a:pPr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第2周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ECDC4"/>
                </a:solidFill>
                <a:rFonts a:ascii="Arial" a:hAnsi="Arial" a:eastAsia="微软雅黑" a:cs=""/>
              </a:rPr>
              <a:t>爆发期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腰部达人集中发布（30-50篇）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头部达人引爆声量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信息流投放加码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1828800" cy="13716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79"/>
              </a:spcAft>
            </a:pPr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第3周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E66D"/>
                </a:solidFill>
                <a:rFonts a:ascii="Arial" a:hAnsi="Arial" a:eastAsia="微软雅黑" a:cs=""/>
              </a:rPr>
              <a:t>扩散期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KOC铺量（100+篇）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UGC话题挑战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评论区运营引导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97280"/>
            <a:ext cx="1828800" cy="137160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79"/>
              </a:spcAft>
            </a:pPr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第4周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A8E6CF"/>
                </a:solidFill>
                <a:rFonts a:ascii="Arial" a:hAnsi="Arial" a:eastAsia="微软雅黑" a:cs=""/>
              </a:rPr>
              <a:t>复盘期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数据追踪与效果归因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优质内容二次投放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沉淀SOP与达人库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曝光量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达成目标覆盖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互动率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≥ 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搜索排名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品牌词 TOP3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ROI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A8E6CF"/>
                </a:solidFill>
                <a:rFonts a:ascii="Arial" a:hAnsi="Arial" a:eastAsia="微软雅黑" a:cs=""/>
              </a:rPr>
              <a:t>≥ 1.5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4864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核心逻辑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预算分配遵循「前低→中高→中→收尾」曲线，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爆发期投入最大，确保声量峰值集中。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256032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爆发期前预留3天预热素材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复盘期重点关注ROI低于1.2的渠道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优质内容二次投放延长长尾效应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919"/>
              </a:spcAft>
            </a:pPr>
            <a:r>
              <a:rPr sz="4800" b="0">
                <a:solidFill>
                  <a:srgbClr val="FFFFFF"/>
                </a:solidFill>
                <a:rFonts a:ascii="Arial" a:hAnsi="Arial" a:eastAsia="微软雅黑" a:cs="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759"/>
              </a:spcAft>
            </a:pPr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方法论沉淀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99"/>
              </a:spcAft>
            </a:pPr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从执行到策略的能力迁移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30+品牌客户对接执行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FF6B8A"/>
                </a:solidFill>
                <a:rFonts a:ascii="Arial" a:hAnsi="Arial" a:eastAsia="微软雅黑" a:cs=""/>
              </a:rPr>
              <a:t>达人招募与需求沟通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7572"/>
            <a:ext cx="256032" cy="2560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59"/>
              </a:spcAft>
            </a:pPr>
            <a:r>
              <a:rPr sz="2400" b="0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17043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1">
                <a:solidFill>
                  <a:srgbClr val="FF6B8A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2000万+广告流水管理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4ECDC4"/>
                </a:solidFill>
                <a:rFonts a:ascii="Arial" a:hAnsi="Arial" a:eastAsia="微软雅黑" a:cs=""/>
              </a:rPr>
              <a:t>预算分配与报价管控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21892"/>
            <a:ext cx="256032" cy="2560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59"/>
              </a:spcAft>
            </a:pPr>
            <a:r>
              <a:rPr sz="2400" b="0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4475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1">
                <a:solidFill>
                  <a:srgbClr val="4ECDC4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SOP流程搭建（抖音/百度/小红书）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FFE66D"/>
                </a:solidFill>
                <a:rFonts a:ascii="Arial" a:hAnsi="Arial" a:eastAsia="微软雅黑" a:cs=""/>
              </a:rPr>
              <a:t>小红书媒介执行SOP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96212"/>
            <a:ext cx="256032" cy="256032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59"/>
              </a:spcAft>
            </a:pPr>
            <a:r>
              <a:rPr sz="2400" b="0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1907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1">
                <a:solidFill>
                  <a:srgbClr val="FFE66D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数据归因分析 &amp; ROI优化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A8E6CF"/>
                </a:solidFill>
                <a:rFonts a:ascii="Arial" a:hAnsi="Arial" a:eastAsia="微软雅黑" a:cs=""/>
              </a:rPr>
              <a:t>投放效果追踪与复盘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70532"/>
            <a:ext cx="256032" cy="256032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59"/>
              </a:spcAft>
            </a:pPr>
            <a:r>
              <a:rPr sz="2400" b="0">
                <a:solidFill>
                  <a:srgbClr val="FFFFFF"/>
                </a:solidFill>
                <a:rFonts a:ascii="Arial" a:hAnsi="Arial" a:eastAsia="微软雅黑" a:cs="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9339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1">
                <a:solidFill>
                  <a:srgbClr val="A8E6C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跨部门协同（设计/媒介/财务）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B8B5FF"/>
                </a:solidFill>
                <a:rFonts a:ascii="Arial" a:hAnsi="Arial" a:eastAsia="微软雅黑" a:cs=""/>
              </a:rPr>
              <a:t>内容审核与出品把控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4852"/>
            <a:ext cx="256032" cy="256032"/>
          </a:xfrm>
          <a:prstGeom prst="rect">
            <a:avLst/>
          </a:prstGeom>
          <a:solidFill>
            <a:srgbClr val="B8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59"/>
              </a:spcAft>
            </a:pPr>
            <a:r>
              <a:rPr sz="2400" b="0">
                <a:solidFill>
                  <a:srgbClr val="FFFFFF"/>
                </a:solidFill>
                <a:rFonts a:ascii="Arial" a:hAnsi="Arial" a:eastAsia="微软雅黑" a:cs="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6771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19"/>
              </a:spcAft>
            </a:pPr>
            <a:r>
              <a:rPr sz="2800" b="1">
                <a:solidFill>
                  <a:srgbClr val="B8B5F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400" b="0">
                <a:solidFill>
                  <a:srgbClr val="FF6B8A"/>
                </a:solidFill>
                <a:rFonts a:ascii="Arial" a:hAnsi="Arial" a:eastAsia="微软雅黑" a:cs=""/>
              </a:rPr>
              <a:t>我的核心优势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不是只做执行的人——而是能从品牌视角理解平台逻辑，推动营销闭环的项目经理。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2400" b="1">
                <a:solidFill>
                  <a:srgbClr val="FF6B8A"/>
                </a:solidFill>
                <a:rFonts a:ascii="Arial" a:hAnsi="Arial" a:eastAsia="微软雅黑" a:cs=""/>
              </a:rPr>
              <a:t>9年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互联网广告经验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2400" b="1">
                <a:solidFill>
                  <a:srgbClr val="4ECDC4"/>
                </a:solidFill>
                <a:rFonts a:ascii="Arial" a:hAnsi="Arial" a:eastAsia="微软雅黑" a:cs=""/>
              </a:rPr>
              <a:t>腾讯/字节/百度/荣耀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主流平台服务经验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2400" b="1">
                <a:solidFill>
                  <a:srgbClr val="FFE66D"/>
                </a:solidFill>
                <a:rFonts a:ascii="Arial" a:hAnsi="Arial" a:eastAsia="微软雅黑" a:cs=""/>
              </a:rPr>
              <a:t>小红书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深度实践与趋势跟踪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50292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0">
                <a:solidFill>
                  <a:srgbClr val="FFFFFF"/>
                </a:solidFill>
                <a:rFonts a:ascii="Arial" a:hAnsi="Arial" a:eastAsia="微软雅黑" a:cs=""/>
              </a:rPr>
              <a:t>📋 核心能力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达人矩阵方案 · 投放SOP文档 · 效果归因报告 · 品牌内容策略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886200"/>
            <a:ext cx="256032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rFonts a:ascii="Arial" a:hAnsi="Arial" a:eastAsia="微软雅黑" a:cs=""/>
              </a:rPr>
              <a:t>🎯 关于我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9年互联网广告经验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深耕美妆赛道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擅长达人投放与媒介策略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</a:pPr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小红书美妆赛道 · 个人案例作品集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