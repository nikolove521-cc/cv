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媒介策略案例分析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Case Study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2377440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05156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960120"/>
            <a:ext cx="2377440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81528" y="105156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2344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16459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828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103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960120"/>
            <a:ext cx="2377440" cy="1554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68696" y="105156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68696" y="123444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16459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18288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21031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5176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63240"/>
            <a:ext cx="7772400" cy="73152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63240"/>
            <a:ext cx="7772400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315468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063240"/>
            <a:ext cx="3264408" cy="7315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4604" y="315468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94008" y="3063240"/>
            <a:ext cx="1399032" cy="7315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36324" y="315468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93040" y="3063240"/>
            <a:ext cx="544068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707874" y="3154680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20440"/>
            <a:ext cx="1828800" cy="7315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52044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5661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86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06908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95728" y="3520440"/>
            <a:ext cx="1828800" cy="7315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95728" y="352044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7168" y="35661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87168" y="3886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406908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34256" y="3520440"/>
            <a:ext cx="1828800" cy="7315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34256" y="352044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35661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3886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406908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2784" y="3520440"/>
            <a:ext cx="1828800" cy="7315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784" y="352044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64224" y="35661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64224" y="388620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4069080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38912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数据来源：小红书美妆行业白皮书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02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658368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45720" cy="10515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069848"/>
            <a:ext cx="320040" cy="32004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698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051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5156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84832"/>
            <a:ext cx="658368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84832"/>
            <a:ext cx="45720" cy="10515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194560"/>
            <a:ext cx="320040" cy="3200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7627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40487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7627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791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9544"/>
            <a:ext cx="6583680" cy="10515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09544"/>
            <a:ext cx="45720" cy="10515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319272"/>
            <a:ext cx="320040" cy="32004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1927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00984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52958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300984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80390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100"/>
              </a:spcBef>
              <a:defRPr sz="9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960120"/>
            <a:ext cx="2560320" cy="4206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05156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128016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我的策略思考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7498080" y="2971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3172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0" y="3172968"/>
            <a:ext cx="1605364531200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356616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376732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80" y="3767328"/>
            <a:ext cx="1003352832000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41605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0" y="436168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80" y="4361688"/>
            <a:ext cx="13043586816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657600" cy="1508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45720" cy="15087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005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87452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914400"/>
            <a:ext cx="3657600" cy="1508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914400"/>
            <a:ext cx="45720" cy="15087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0058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0058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5087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87452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202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32888"/>
            <a:ext cx="3657600" cy="1508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532888"/>
            <a:ext cx="45720" cy="15087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243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62432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94436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493008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3872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2532888"/>
            <a:ext cx="3657600" cy="15087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2532888"/>
            <a:ext cx="45720" cy="1508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624328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62432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944368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127248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3493008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538728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>示例：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114800"/>
            <a:ext cx="7772400" cy="5029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114800"/>
            <a:ext cx="45720" cy="5029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1422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370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7548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42" name="Oval 41"/>
          <p:cNvSpPr/>
          <p:nvPr/>
        </p:nvSpPr>
        <p:spPr>
          <a:xfrm>
            <a:off x="457200" y="52578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31520" y="52578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5840" y="52578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0160" y="52578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554480" y="52578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828800" y="525780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120" y="525780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4周Campaign SOP框架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7840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82880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96012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97840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91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1920240"/>
            <a:ext cx="182880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1965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96012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97840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691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920240"/>
            <a:ext cx="182880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965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96012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97840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4173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916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920240"/>
            <a:ext cx="1828800" cy="10972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965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0040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2783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77440" y="320040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322783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20040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22783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200400"/>
            <a:ext cx="18288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227832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4290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397763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核心逻辑：预算分配遵循「前低→中高→中→收尾」曲线，爆发期投入最大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42976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" y="42976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05840" y="42976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80160" y="42976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554480" y="42976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828800" y="42976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103120" y="42976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8A"/>
                </a:solidFill>
              </a:defRPr>
            </a:pPr>
            <a:r>
              <a:t>05</a:t>
            </a:r>
          </a:p>
          <a:p>
            <a:pPr algn="l">
              <a:spcBef>
                <a:spcPts val="0"/>
              </a:spcBef>
              <a:defRPr sz="24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从执行经验到策略能力的迁移映射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77724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45720" cy="4114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14984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014984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996696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014984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26464"/>
            <a:ext cx="77724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26464"/>
            <a:ext cx="45720" cy="4114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81328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48132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463040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481328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892808"/>
            <a:ext cx="77724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1892808"/>
            <a:ext cx="45720" cy="4114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19476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19476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SOP流程搭建（抖音/百度）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929384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1947672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359152"/>
            <a:ext cx="77724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359152"/>
            <a:ext cx="4572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414016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2414016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2414016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2825496"/>
            <a:ext cx="7772400" cy="4114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2825496"/>
            <a:ext cx="45720" cy="41148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8803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8803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862072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80" y="288036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200400"/>
            <a:ext cx="7772400" cy="7772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200400"/>
            <a:ext cx="4572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22783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502152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160520"/>
            <a:ext cx="2377440" cy="59436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206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45312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4160520"/>
            <a:ext cx="2377440" cy="59436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4206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8688" y="445312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0" y="4160520"/>
            <a:ext cx="2377440" cy="59436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4206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4453128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37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 · 2026</a:t>
            </a:r>
          </a:p>
        </p:txBody>
      </p:sp>
      <p:sp>
        <p:nvSpPr>
          <p:cNvPr id="49" name="Oval 48"/>
          <p:cNvSpPr/>
          <p:nvPr/>
        </p:nvSpPr>
        <p:spPr>
          <a:xfrm>
            <a:off x="457200" y="52120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1520" y="52120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5840" y="52120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80160" y="52120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554480" y="52120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828800" y="521208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103120" y="521208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