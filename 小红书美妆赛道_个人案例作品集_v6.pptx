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4980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3172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2004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83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097280"/>
            <a:ext cx="233172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5808" y="1188720"/>
            <a:ext cx="32004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13533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171907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1883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1214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0096" y="1097280"/>
            <a:ext cx="233172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77256" y="1188720"/>
            <a:ext cx="32004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33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171907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18836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21214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5176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63240"/>
            <a:ext cx="7772400" cy="5486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63240"/>
            <a:ext cx="77724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44952"/>
            <a:ext cx="7772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21224"/>
                </a:solidFill>
              </a:defRPr>
            </a:pPr>
            <a: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264408" cy="54864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044952"/>
            <a:ext cx="32644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21224"/>
                </a:solidFill>
              </a:defRPr>
            </a:pPr>
            <a:r>
              <a:t>42%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94008" y="3063240"/>
            <a:ext cx="1399032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94008" y="3044952"/>
            <a:ext cx="139903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21224"/>
                </a:solidFill>
              </a:defRPr>
            </a:pPr>
            <a:r>
              <a:t>18%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063240"/>
            <a:ext cx="544068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93040" y="3044952"/>
            <a:ext cx="5440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21224"/>
                </a:solidFill>
              </a:defRPr>
            </a:pPr>
            <a:r>
              <a:t>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29184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319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5935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74904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29184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29184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319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5935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74904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29184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29184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319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5935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74904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29184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29184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319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59359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74904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1148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  <p:sp>
        <p:nvSpPr>
          <p:cNvPr id="57" name="Oval 56"/>
          <p:cNvSpPr/>
          <p:nvPr/>
        </p:nvSpPr>
        <p:spPr>
          <a:xfrm>
            <a:off x="8961120" y="4206240"/>
            <a:ext cx="2194560" cy="219456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26880" y="4572000"/>
            <a:ext cx="1463040" cy="146304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4980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475488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74320" cy="27432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17043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38988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17043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6276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475488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74320" cy="27432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3969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35915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1396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5968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475488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74320" cy="27432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1089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3284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1089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566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1097280"/>
            <a:ext cx="2377440" cy="45720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23560" y="1188720"/>
            <a:ext cx="210312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1417320"/>
            <a:ext cx="2011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669280" y="301752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200400"/>
            <a:ext cx="201168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0" y="3200400"/>
            <a:ext cx="1609344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356616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3749040"/>
            <a:ext cx="201168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3749040"/>
            <a:ext cx="100584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4114800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297680"/>
            <a:ext cx="201168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4297680"/>
            <a:ext cx="1307592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806440"/>
            <a:ext cx="475488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806440"/>
            <a:ext cx="45720" cy="8229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521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💡 执行建议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80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900" b="0">
                <a:solidFill>
                  <a:srgbClr val="BBBBCC"/>
                </a:solidFill>
              </a:defRPr>
            </a:pPr>
            <a:r>
              <a:t>• 新品牌：KOC铺量测试 → 腰部放大 → 头部造势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BBBCC"/>
                </a:solidFill>
              </a:defRPr>
            </a:pPr>
            <a:r>
              <a:t>• 成熟品牌：头部维持调性 → 腰部促转化 → KOC SEO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5806440"/>
            <a:ext cx="237744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0" y="5806440"/>
            <a:ext cx="45720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5852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609904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609904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D700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628192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628192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D70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646480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646480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FD700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4980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52044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13716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143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051560"/>
            <a:ext cx="352044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05156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143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46304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96596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01168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514600"/>
            <a:ext cx="352044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514600"/>
            <a:ext cx="45720" cy="13716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060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606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2900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2514600"/>
            <a:ext cx="352044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0" y="251460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26060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06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9260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429000"/>
            <a:ext cx="3200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7472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1051560"/>
            <a:ext cx="2743200" cy="43891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39" y="1143000"/>
            <a:ext cx="246888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59" y="137160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138159" y="2423160"/>
            <a:ext cx="237744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59" y="2423160"/>
            <a:ext cx="1307592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9" y="22860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3999" y="22860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39" y="2286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59" y="3063240"/>
            <a:ext cx="237744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59" y="3063240"/>
            <a:ext cx="475488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59" y="29260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3999" y="29260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39" y="29260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59" y="3703320"/>
            <a:ext cx="237744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59" y="3703320"/>
            <a:ext cx="5943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59" y="35661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999" y="35661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39" y="35661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977639"/>
            <a:ext cx="73152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3977639"/>
            <a:ext cx="45720" cy="4114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995927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178807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我的判断：教程类和测评类合计占55%是核心类型；故事类互动成本最低——适合新品冷启动制造话题。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49377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49377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49377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49377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49377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49377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49377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4980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38404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82880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3840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490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099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1947672"/>
            <a:ext cx="182880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99339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38404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490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099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47672"/>
            <a:ext cx="182880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99339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384048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904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0992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947672"/>
            <a:ext cx="182880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993392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5468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15468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18211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15468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15468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18211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364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15468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15468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18211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364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15468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15468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18211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364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31920"/>
            <a:ext cx="4754880" cy="8686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31920"/>
            <a:ext cx="45720" cy="8686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97764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206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0" y="3931920"/>
            <a:ext cx="2468880" cy="8686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0" y="3931920"/>
            <a:ext cx="45720" cy="8686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39776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💡 优化建议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4206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9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0292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0292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0292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0292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0292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0292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4980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65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657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63040"/>
            <a:ext cx="7772400" cy="365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63040"/>
            <a:ext cx="45720" cy="365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0876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49047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0876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874520"/>
            <a:ext cx="7772400" cy="365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874520"/>
            <a:ext cx="45720" cy="3657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024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2024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0195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2024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286000"/>
            <a:ext cx="7772400" cy="365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286000"/>
            <a:ext cx="457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3172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3172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1343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3172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697480"/>
            <a:ext cx="7772400" cy="365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697480"/>
            <a:ext cx="45720" cy="3657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74320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74320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2491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74320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400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4564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23360"/>
            <a:ext cx="2377440" cy="502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0690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279392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23360"/>
            <a:ext cx="2377440" cy="502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0690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279392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23360"/>
            <a:ext cx="2377440" cy="50292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0690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279392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709160"/>
            <a:ext cx="475488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709160"/>
            <a:ext cx="45720" cy="5943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75488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📋 可交付成果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96519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0">
                <a:solidFill>
                  <a:srgbClr val="BBBBCC"/>
                </a:solidFill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4709160"/>
            <a:ext cx="27432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4709160"/>
            <a:ext cx="4572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0" y="475488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🎯 下一步行动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9651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0">
                <a:solidFill>
                  <a:srgbClr val="BBBBCC"/>
                </a:solidFill>
              </a:defRPr>
            </a:pPr>
            <a:r>
              <a:t>输出美妆赛道专项投放方案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48640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7150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7150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7150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7150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7150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7150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7150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